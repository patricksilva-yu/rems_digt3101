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749808"/>
            <a:ext cx="4343400" cy="4526280"/>
          </a:xfrm>
          <a:prstGeom prst="roundRect">
            <a:avLst>
              <a:gd name="adj" fmla="val 2526"/>
            </a:avLst>
          </a:prstGeom>
          <a:solidFill>
            <a:srgbClr val="1A4650"/>
          </a:solidFill>
          <a:ln w="12700">
            <a:solidFill>
              <a:srgbClr val="2E5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05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6E0"/>
                </a:solidFill>
              </a:rPr>
              <a:t>Real Estate Management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B4A6"/>
                </a:solidFill>
              </a:rPr>
              <a:t>DIGT 3101 Project Presentation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24515B"/>
          </a:solidFill>
          <a:ln w="12700">
            <a:solidFill>
              <a:srgbClr val="2F6D78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3272" y="293522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3264408"/>
            <a:ext cx="3419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CE8"/>
                </a:solidFill>
              </a:rPr>
              <a:t>A REMS for managing properties, tenants, leases, payments, and maintenance in one system.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4096512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24515B"/>
          </a:solidFill>
          <a:ln w="12700">
            <a:solidFill>
              <a:srgbClr val="2F6D78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33272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4572000"/>
            <a:ext cx="3419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CE8"/>
                </a:solidFill>
              </a:rPr>
              <a:t>Alicia Loi, Caitlin Chee Kirkpatrick, Patrick Silva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0" y="107899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web-based system for day-to-day real estate operations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6072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CE8"/>
                </a:solidFill>
              </a:rPr>
              <a:t>This presentation covers the problem, the implemented solution, the live workflow demo, and the main limitations and next steps.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12724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8736" y="3255264"/>
            <a:ext cx="73152" cy="795528"/>
          </a:xfrm>
          <a:prstGeom prst="rect">
            <a:avLst/>
          </a:prstGeom>
          <a:solidFill>
            <a:srgbClr val="42B4A6"/>
          </a:solidFill>
          <a:ln w="12700">
            <a:solidFill>
              <a:srgbClr val="42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2918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53328" y="36941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Live core pages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07808" y="312724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3255264"/>
            <a:ext cx="73152" cy="7955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32918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00416" y="36941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API routes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54896" y="312724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3255264"/>
            <a:ext cx="73152" cy="795528"/>
          </a:xfrm>
          <a:prstGeom prst="rect">
            <a:avLst/>
          </a:prstGeom>
          <a:solidFill>
            <a:srgbClr val="D98522"/>
          </a:solidFill>
          <a:ln w="12700">
            <a:solidFill>
              <a:srgbClr val="D985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7504" y="32918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47504" y="36941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Local 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4553712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FF6F4"/>
          </a:solidFill>
          <a:ln w="12700">
            <a:solidFill>
              <a:srgbClr val="D0E1DE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25312" y="470001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focus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25312" y="5029200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We will demonstrate the core workflows, explain design choices, and be clear about future work.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Core business areas the REMS currently supports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E1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8074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portfolio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Properties, units, and occupancy data are now persisted.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15968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E1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38074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 and lease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099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Tenant creation feeds live lease creation and unit status updates.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3296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E3E1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38074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47888" y="17099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Payments and maintenance requests are stored and reload correctly.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31181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now real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3447288"/>
            <a:ext cx="47457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The dashboard and core workflows now read from the backend instead of mock-only local state.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374904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5313C"/>
                </a:solidFill>
              </a:rPr>
              <a:t>Create property and unit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5313C"/>
                </a:solidFill>
              </a:rPr>
              <a:t>Create tenant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5313C"/>
                </a:solidFill>
              </a:rPr>
              <a:t>Create lease and update occupancy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5313C"/>
                </a:solidFill>
              </a:rPr>
              <a:t>Record payment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5313C"/>
                </a:solidFill>
              </a:rPr>
              <a:t>Submit and update maintenance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2971800"/>
            <a:ext cx="5715000" cy="3108960"/>
          </a:xfrm>
          <a:prstGeom prst="roundRect">
            <a:avLst>
              <a:gd name="adj" fmla="val 1765"/>
            </a:avLst>
          </a:prstGeom>
          <a:solidFill>
            <a:srgbClr val="F8FBFA"/>
          </a:solidFill>
          <a:ln w="15240">
            <a:solidFill>
              <a:srgbClr val="BDD0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3227832"/>
            <a:ext cx="5202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Placeholder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0488" y="3776472"/>
            <a:ext cx="51297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480"/>
                </a:solidFill>
              </a:rPr>
              <a:t>Insert your domain model or use case diagram here.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And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How the prototype was upgraded into a more credible demo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271016"/>
            <a:ext cx="73152" cy="7955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075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 + SQLite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Persistence layer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143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5496" y="1271016"/>
            <a:ext cx="73152" cy="795528"/>
          </a:xfrm>
          <a:prstGeom prst="rect">
            <a:avLst/>
          </a:prstGeom>
          <a:solidFill>
            <a:srgbClr val="42B4A6"/>
          </a:solidFill>
          <a:ln w="12700">
            <a:solidFill>
              <a:srgbClr val="42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3075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Server-loaded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90088" y="170992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UI data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74336" y="1271016"/>
            <a:ext cx="73152" cy="795528"/>
          </a:xfrm>
          <a:prstGeom prst="rect">
            <a:avLst/>
          </a:prstGeom>
          <a:solidFill>
            <a:srgbClr val="D98522"/>
          </a:solidFill>
          <a:ln w="12700">
            <a:solidFill>
              <a:srgbClr val="D985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3075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db:seed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38928" y="170992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Reset command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61518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944368"/>
            <a:ext cx="373989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We added a Prisma schema, seed data, API routes, and server-loaded pages for the main demo screens.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SQLite database with seeded data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API routes for core REMS entities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Server-driven dashboard and workflow pages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522122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limitation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5550408"/>
            <a:ext cx="37398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Authentication, role enforcement, testing automation, and settings persistence are still future work.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325880"/>
            <a:ext cx="6629400" cy="4800600"/>
          </a:xfrm>
          <a:prstGeom prst="roundRect">
            <a:avLst>
              <a:gd name="adj" fmla="val 1143"/>
            </a:avLst>
          </a:prstGeom>
          <a:solidFill>
            <a:srgbClr val="F8FBFA"/>
          </a:solidFill>
          <a:ln w="15240">
            <a:solidFill>
              <a:srgbClr val="BDD0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1581912"/>
            <a:ext cx="6117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Placeholder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84648" y="2130552"/>
            <a:ext cx="604418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480"/>
                </a:solidFill>
              </a:rPr>
              <a:t>Insert your architecture or component diagram here.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The sequence we can follow to keep the presentation stable and easy to understand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80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Start with the real backend summary to establish system state.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23444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07792" y="1380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Properties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07792" y="170992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Create a property or unit and show inventory updates.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02352" y="1380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Tenants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02352" y="170992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Create a tenant profile that can be used later.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123444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96912" y="1380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Leases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96912" y="170992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Create a lease and show unit occupancy changing.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0" y="123444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91472" y="1380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Payments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91472" y="170992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Record a payment against an active lease.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269748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05072" y="28437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Maintenance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05072" y="3172968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Submit a request and move it through an update status action.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order 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68172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Every action has a visible result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Later screens reuse data created earlier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We avoid unimplemented pages in the live path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The demo tells one coherent business story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0" y="4160520"/>
            <a:ext cx="6080760" cy="1828800"/>
          </a:xfrm>
          <a:prstGeom prst="roundRect">
            <a:avLst>
              <a:gd name="adj" fmla="val 3000"/>
            </a:avLst>
          </a:prstGeom>
          <a:solidFill>
            <a:srgbClr val="F8FBFA"/>
          </a:solidFill>
          <a:ln w="15240">
            <a:solidFill>
              <a:srgbClr val="BDD0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4416552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Placeholder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79008" y="4965192"/>
            <a:ext cx="5495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480"/>
                </a:solidFill>
              </a:rPr>
              <a:t>Insert a workflow, sequence diagram, or demo screenshot here.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Implemented Vs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Being explicit here helps with question handling and team mastery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7FBFA"/>
          </a:solidFill>
          <a:ln w="12700">
            <a:solidFill>
              <a:srgbClr val="CFE2DF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8074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50657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These are the features we can confidently demonstrate live.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1874520"/>
            <a:ext cx="4663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Backend-driven dashboard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Persisted property and unit management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Persisted tenant management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Persisted lease creation with unit occupancy update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Persisted payment recording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Persisted maintenance request creation and status update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8F4"/>
          </a:solidFill>
          <a:ln w="12700">
            <a:solidFill>
              <a:srgbClr val="E6D2C5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38074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Still 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28232" y="1709928"/>
            <a:ext cx="50657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These gaps do not break the core demo, but they should be described as next steps.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6248" y="1874520"/>
            <a:ext cx="4663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Authentication and role-based access control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Production-grade validation and error messaging everywhere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Automated tests and coverage evidence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Settings persistence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5313C"/>
                </a:solidFill>
              </a:rPr>
              <a:t>Hosted deployment and multi-user production setup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697480" y="5715000"/>
            <a:ext cx="6766560" cy="685800"/>
          </a:xfrm>
          <a:prstGeom prst="roundRect">
            <a:avLst>
              <a:gd name="adj" fmla="val 10667"/>
            </a:avLst>
          </a:prstGeom>
          <a:solidFill>
            <a:srgbClr val="EEF5F4"/>
          </a:solidFill>
          <a:ln w="12700">
            <a:solidFill>
              <a:srgbClr val="C7D9D6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62072" y="5861304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stance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62072" y="6190488"/>
            <a:ext cx="64373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Demo the implemented workflows confidently and position the rest as roadmap work.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Quality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How we validated the demo flows even without a full automated test suite yet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62456"/>
            <a:ext cx="73152" cy="795528"/>
          </a:xfrm>
          <a:prstGeom prst="rect">
            <a:avLst/>
          </a:prstGeom>
          <a:solidFill>
            <a:srgbClr val="42B4A6"/>
          </a:solidFill>
          <a:ln w="12700">
            <a:solidFill>
              <a:srgbClr val="42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99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18013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Production build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12344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16936" y="1362456"/>
            <a:ext cx="73152" cy="7955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399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81528" y="18013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Live API checks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2344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7216" y="1362456"/>
            <a:ext cx="73152" cy="795528"/>
          </a:xfrm>
          <a:prstGeom prst="rect">
            <a:avLst/>
          </a:prstGeom>
          <a:solidFill>
            <a:srgbClr val="D98522"/>
          </a:solidFill>
          <a:ln w="12700">
            <a:solidFill>
              <a:srgbClr val="D985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399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21808" y="18013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Seed reset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2344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C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7496" y="1362456"/>
            <a:ext cx="73152" cy="795528"/>
          </a:xfrm>
          <a:prstGeom prst="rect">
            <a:avLst/>
          </a:prstGeom>
          <a:solidFill>
            <a:srgbClr val="42B4A6"/>
          </a:solidFill>
          <a:ln w="12700">
            <a:solidFill>
              <a:srgbClr val="42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1399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62088" y="18013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480"/>
                </a:solidFill>
              </a:rPr>
              <a:t>Core workflow pages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37490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284378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used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172968"/>
            <a:ext cx="34198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We built the app, exercised live API routes, confirmed backend responses, and reseeded the database for a stable baseline.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32461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Webpack production build completed successfully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Create and update flows were tested against the running app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Seed command restores known demo data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The demo path is now consistent across reruns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26280" y="2697480"/>
            <a:ext cx="7040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3E0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90872" y="2843784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test checklist we can mention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90872" y="3172968"/>
            <a:ext cx="671169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480"/>
                </a:solidFill>
              </a:rPr>
              <a:t>Use one clean story: dashboard, property/unit, tenant, lease, payment, then maintenance.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310128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npm run db:seed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npm run dev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Check /api routes for the same records shown in the UI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5313C"/>
                </a:solidFill>
              </a:rPr>
              <a:t>Use the same story order every time for reliability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REMS is now demo-ready in the core workflow areas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" y="162763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8ECE8"/>
                </a:solidFill>
              </a:rPr>
              <a:t>The strongest takeaway is that the main property, tenant, lease, payment, maintenance, and dashboard flow is now backed by a real local database.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49808" y="29718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A4650"/>
          </a:solidFill>
          <a:ln w="12700">
            <a:solidFill>
              <a:srgbClr val="2E5B65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1181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positioning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447288"/>
            <a:ext cx="3419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CE8"/>
                </a:solidFill>
              </a:rPr>
              <a:t>A functional academic prototype with real persistence in the key demo flows.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4096512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A4650"/>
          </a:solidFill>
          <a:ln w="12700">
            <a:solidFill>
              <a:srgbClr val="2E5B65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Honest limitation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3419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CE8"/>
                </a:solidFill>
              </a:rPr>
              <a:t>Settings, auth, and automated tests are still next-step work rather than completed scope.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5221224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A4650"/>
          </a:solidFill>
          <a:ln w="12700">
            <a:solidFill>
              <a:srgbClr val="2E5B65"/>
            </a:solidFill>
            <a:prstDash val="solid"/>
          </a:ln>
          <a:effectLst>
            <a:outerShdw sx="100000" sy="100000" kx="0" ky="0" algn="bl" rotWithShape="0" blurRad="25400" dist="12700" dir="2700000">
              <a:srgbClr val="9FB7B7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3675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asked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696712"/>
            <a:ext cx="3419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CE8"/>
                </a:solidFill>
              </a:rPr>
              <a:t>We can explain exactly what became backend-driven and how we validated those changes.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143000"/>
            <a:ext cx="6309360" cy="5212080"/>
          </a:xfrm>
          <a:prstGeom prst="roundRect">
            <a:avLst>
              <a:gd name="adj" fmla="val 1053"/>
            </a:avLst>
          </a:prstGeom>
          <a:solidFill>
            <a:srgbClr val="F8FBFA"/>
          </a:solidFill>
          <a:ln w="15240">
            <a:solidFill>
              <a:srgbClr val="BDD0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1399032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1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7528" y="1947672"/>
            <a:ext cx="5724144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480"/>
                </a:solidFill>
              </a:rPr>
              <a:t>Insert your final polished screenshot, team photo, or summary graphic here.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Team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Management System (REMS)</dc:title>
  <dc:subject>REMS presentation</dc:subject>
  <dc:creator>OpenAI Codex</dc:creator>
  <cp:lastModifiedBy>OpenAI Codex</cp:lastModifiedBy>
  <cp:revision>1</cp:revision>
  <dcterms:created xsi:type="dcterms:W3CDTF">2026-03-19T15:50:16Z</dcterms:created>
  <dcterms:modified xsi:type="dcterms:W3CDTF">2026-03-19T15:50:16Z</dcterms:modified>
</cp:coreProperties>
</file>